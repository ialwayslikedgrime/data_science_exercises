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 View: Q3 Financial Forecast &amp; Portfolio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Estimated Customer Base Value: [INSERT YOUR FINAL BTYD TOTAL] BRL</a:t>
            </a:r>
          </a:p>
          <a:p>
            <a:pPr/>
            <a:r>
              <a:t>Strategic Model Choice: Probabilistic Framework (Lifetimes / BTYD)</a:t>
            </a:r>
          </a:p>
          <a:p>
            <a:pPr/>
            <a:r>
              <a:t>Business Justification: Superiority in Aggregate Forecasting</a:t>
            </a:r>
          </a:p>
          <a:p>
            <a:pPr lvl="1"/>
            <a:r>
              <a:t>RMSE Advantage: BTYD mathematically handles the 'long-tail' distribution of e-commerce 'whales' significantly better than ML algorithms.</a:t>
            </a:r>
          </a:p>
          <a:p>
            <a:pPr lvl="1"/>
            <a:r>
              <a:t>Macro-Stability: Relying on pure statistical probability curves protects aggregate forecasts from severe outlier zero-inflation, providing a safe, realistic baseline for investors.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 View: Targeted 'Win-Back' Campaign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Model Choice: Machine Learning (XGBoost) + BTYD Filters</a:t>
            </a:r>
          </a:p>
          <a:p>
            <a:pPr/>
            <a:r>
              <a:t>Business Justification: The ML model won decisively on MAE, proving extreme precision for predicting individual behavior across the mass of 'normal' customers.</a:t>
            </a:r>
          </a:p>
          <a:p>
            <a:pPr/>
            <a:r>
              <a:t>Campaign Execution (Dual-Filter Methodology):</a:t>
            </a:r>
          </a:p>
          <a:p>
            <a:pPr lvl="1"/>
            <a:r>
              <a:t>1. Behavioral Filter (BTYD): Exclude highly active (&gt;80%) and permanently churned (&lt;10%) customers to prevent wasted ad spend.</a:t>
            </a:r>
          </a:p>
          <a:p>
            <a:pPr lvl="1"/>
            <a:r>
              <a:t>2. Value Targeting (ML): Rank the remaining 'at-risk' segment strictly by their XGBoost predicted future revenue.</a:t>
            </a:r>
          </a:p>
          <a:p>
            <a:pPr/>
            <a:r>
              <a:t>Target Identified: Customer [291124facc2e6fbc...] possesses an optimal churn-risk profile. Recommend a targeted 7-day 'Free Premium Shipping' voucher to address friction points and preserve product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